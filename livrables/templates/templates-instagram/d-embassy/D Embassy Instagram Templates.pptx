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-1-conseil-du-j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-2-question-du-j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-3-concept-du-j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